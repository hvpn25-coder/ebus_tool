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31234"/>
              </p:ext>
            </p:extLst>
          </p:nvPr>
        </p:nvGraphicFramePr>
        <p:xfrm>
          <a:off x="485647" y="1555721"/>
          <a:ext cx="4966886" cy="284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4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Aero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aero_drag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Rolling Resistance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aero_drag_abc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Config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veh_config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3C992-D863-FD19-6F89-08AC9EB48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62843"/>
              </p:ext>
            </p:extLst>
          </p:nvPr>
        </p:nvGraphicFramePr>
        <p:xfrm>
          <a:off x="504952" y="1515194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6748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223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of Vehicle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veh_config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C5FCD-08E0-EF37-271A-9D9D1C84FEBA}"/>
              </a:ext>
            </a:extLst>
          </p:cNvPr>
          <p:cNvSpPr/>
          <p:nvPr/>
        </p:nvSpPr>
        <p:spPr>
          <a:xfrm>
            <a:off x="4599432" y="5880735"/>
            <a:ext cx="2487168" cy="30175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CFC771-BC19-20AE-CA85-1FD76958818A}"/>
              </a:ext>
            </a:extLst>
          </p:cNvPr>
          <p:cNvSpPr/>
          <p:nvPr/>
        </p:nvSpPr>
        <p:spPr>
          <a:xfrm>
            <a:off x="7379208" y="5880735"/>
            <a:ext cx="2487168" cy="3017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batt_en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B648-E6D5-436E-6206-90A6262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AC26-1FAF-F756-01D6-70005A9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3141-9451-2101-E6AC-8E7EF69D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ECF2-8078-AD0F-3034-A654955E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79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FDD-679C-7B56-867B-E9ECFCA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C59-1C2C-FF66-05A4-35E101B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3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3CA9-D036-DF8A-E9B5-965732A4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3CE5-2E6A-D64B-5AE0-B99AA9A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6C54-163E-7891-0740-7F517870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FA39-B54C-A57A-E0F5-A78DFD0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4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5</cp:revision>
  <dcterms:created xsi:type="dcterms:W3CDTF">2026-02-27T15:59:44Z</dcterms:created>
  <dcterms:modified xsi:type="dcterms:W3CDTF">2026-02-28T08:38:28Z</dcterms:modified>
</cp:coreProperties>
</file>