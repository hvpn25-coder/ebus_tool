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A75-7AE8-3ECA-CF8F-9B25FD210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BE3B-4238-841D-4251-01A67562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A583-D006-0222-FAE4-E4204C7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7606-1383-4517-D909-C9A6E75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1ABC-0BA9-E737-0FC9-DFA9E3EA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6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1ABA-158B-26A6-3D35-4B6C31B5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E8B8-2F29-F2B1-8C09-EC89BC08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E3C-0275-206E-9F6F-D2559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D610-A748-0769-0895-B006895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A18-A846-68EB-2A4E-7D44D0AB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6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BE48-F22C-F123-3B24-13502E9A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47D-559A-C0FF-C53D-24953691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47C2-F2C3-B649-6EA9-1E70CA0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D168-7425-860D-FE40-C80146F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CDA4-CBD1-996A-399B-1CD8208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41F0-6EDF-CD14-A283-E44BB558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82F3-CBBD-F723-E7B0-8E705710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529E-F96A-17CE-7002-1087AC8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F7D1-39A0-2525-5628-43E1AF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2AC1-ABA0-9E58-E2C5-AD50233B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8ACA-F97A-A0BB-BFF6-D4CCB8D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509E-395D-8AEA-E604-327413A3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474C0-2F17-B3F6-C11F-3DF57775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CDDB-5DA7-F12E-BCDD-AB69CCD13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1C101-7A6D-B05C-6490-08EC6B155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BFD3D-56FE-D385-E439-F10AD3A5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43BA7-764D-18F7-3A24-4F8E115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32923-EB80-BC35-8A44-690E450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4DEB-BFF7-E987-BE72-7E4A13F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94A0-1AFB-D049-002F-4F8576F5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A8C2-28A8-325F-FF1B-67659388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87D6-9A64-EA90-CBD9-C9071EA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EAD2-1A5B-EE78-B001-4F5B8413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BE6F-80B4-59BC-3467-4593096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CB8B-3260-7B29-CEB2-31D298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243D-864A-968B-D256-64172F94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8811-1DDE-F651-AB31-7DC94C9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5E1B-99B7-AC3C-81AD-A9187748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032A-8B5D-9350-56F0-4DB80F1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FA9E-652A-B380-6E1E-FEE9047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0727-2AA9-888A-6AD9-8954E00C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64F93-FF99-9655-D190-CF3F66E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8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844-05CE-01BD-C3CD-5E123CC2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D090-1B52-017D-8FA6-30E0F845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9A9E-53EE-F35C-4332-D1C73E2E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3DB0-114D-3107-FCDE-9A99E812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D699-C332-9B14-89BF-F90AD7A3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B651-3B88-10F3-DCFB-7F8C108F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F78F-DDFA-B9E4-696C-59FBBEA5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D221B-4B08-9783-D585-AEA03C37F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BB8B-DC71-4821-DDAB-94393F4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D6B1-0FA2-6CB8-2254-9B923B48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4031-C104-F6E1-6CF5-EB73679B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E2788-3992-6D76-6534-FB65B1129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28A5-1494-816F-7D5A-5E5518DCE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16EA-BDF1-6C95-588A-EC42FC0A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72E5-FB1F-16EB-BCE3-7E5E3D76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FAE3-138A-6207-5091-0CA6C5E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2DB74-D322-6189-F2BB-7BA431D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2046-728B-8B27-B658-CE2D19A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47A-279F-87E1-C6EA-45E7EDF37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5422-614F-5243-50EE-8CC3BCF8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8BED-CC63-0A4F-C85F-59362ECE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B06-CFD2-5D03-EE87-E518A220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167271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eBus Simulation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5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470-164C-E191-3D0C-E407C08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1CB-CC52-A3ED-EAE2-A8DA7D3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FD54-04C5-6CB2-C649-63BA0F2F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80880"/>
              </p:ext>
            </p:extLst>
          </p:nvPr>
        </p:nvGraphicFramePr>
        <p:xfrm>
          <a:off x="485647" y="1555721"/>
          <a:ext cx="5048716" cy="301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273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483443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</a:tblGrid>
              <a:tr h="4744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Mass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veh_weight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Regeneration Percentage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regen_ratio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 err="1"/>
                        <a:t>eMot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Electricla</a:t>
                      </a:r>
                      <a:r>
                        <a:rPr lang="en-US" dirty="0"/>
                        <a:t> Energy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eMot_elec_en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DE4-2C96-E67E-D574-C9EE7826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4D-90F5-E185-5A6C-678C2F5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47C8C7-B049-9BE8-C81C-53C393C60352}"/>
              </a:ext>
            </a:extLst>
          </p:cNvPr>
          <p:cNvSpPr/>
          <p:nvPr/>
        </p:nvSpPr>
        <p:spPr>
          <a:xfrm>
            <a:off x="713232" y="4937760"/>
            <a:ext cx="248716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Emotor</a:t>
            </a:r>
            <a:r>
              <a:rPr lang="en-US" dirty="0"/>
              <a:t> Loss </a:t>
            </a:r>
            <a:r>
              <a:rPr lang="en-US" dirty="0" err="1"/>
              <a:t>Eneryg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72A725-F0A2-BEA9-27C1-69C2EA3AD17B}"/>
              </a:ext>
            </a:extLst>
          </p:cNvPr>
          <p:cNvSpPr/>
          <p:nvPr/>
        </p:nvSpPr>
        <p:spPr>
          <a:xfrm>
            <a:off x="3493008" y="4937760"/>
            <a:ext cx="2487168" cy="3017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*</a:t>
            </a:r>
            <a:r>
              <a:rPr lang="en-IN" dirty="0" err="1"/>
              <a:t>emot_loss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4FDD-679C-7B56-867B-E9ECFCA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4C59-1C2C-FF66-05A4-35E101B0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33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ED51-861B-17F1-68CE-1404C021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B648-E6D5-436E-6206-90A62625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48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AC26-1FAF-F756-01D6-70005A9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3141-9451-2101-E6AC-8E7EF69D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ECF2-8078-AD0F-3034-A654955E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**Figure[1][2]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79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3CA9-D036-DF8A-E9B5-965732A4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3CE5-2E6A-D64B-5AE0-B99AA9A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FAFE-8F16-582F-45D9-3CC585B0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B910-0165-637A-8A99-C462703C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2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6C54-163E-7891-0740-7F517870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FA39-B54C-A57A-E0F5-A78DFD020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84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47EE-46E6-7438-2253-5486A6C3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DDB5-EBC4-017F-4B24-1B6A43AC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1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eBus Simulation Report</vt:lpstr>
      <vt:lpstr>Configuration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Mudliyar</dc:creator>
  <cp:lastModifiedBy>Karuna Mudliyar</cp:lastModifiedBy>
  <cp:revision>4</cp:revision>
  <dcterms:created xsi:type="dcterms:W3CDTF">2026-02-27T15:59:44Z</dcterms:created>
  <dcterms:modified xsi:type="dcterms:W3CDTF">2026-02-28T08:38:36Z</dcterms:modified>
</cp:coreProperties>
</file>