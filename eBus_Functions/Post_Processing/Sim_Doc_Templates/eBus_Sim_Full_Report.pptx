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9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5A75-7AE8-3ECA-CF8F-9B25FD2105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2BE3B-4238-841D-4251-01A67562C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A583-D006-0222-FAE4-E4204C7E6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B7606-1383-4517-D909-C9A6E75A6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C1ABC-0BA9-E737-0FC9-DFA9E3EA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66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E1ABA-158B-26A6-3D35-4B6C31B5F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AE8B8-2F29-F2B1-8C09-EC89BC08F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5EE3C-0275-206E-9F6F-D25597EF7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FD610-A748-0769-0895-B0068954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65A18-A846-68EB-2A4E-7D44D0AB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66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BE48-F22C-F123-3B24-13502E9A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7747D-559A-C0FF-C53D-24953691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C47C2-F2C3-B649-6EA9-1E70CA0C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D168-7425-860D-FE40-C80146FF0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CDA4-CBD1-996A-399B-1CD82080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048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941F0-6EDF-CD14-A283-E44BB5589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D82F3-CBBD-F723-E7B0-8E705710B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E529E-F96A-17CE-7002-1087AC8A9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DF7D1-39A0-2525-5628-43E1AFD53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52AC1-ABA0-9E58-E2C5-AD50233BA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48ACA-F97A-A0BB-BFF6-D4CCB8D9A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4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4509E-395D-8AEA-E604-327413A32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474C0-2F17-B3F6-C11F-3DF577750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ACDDB-5DA7-F12E-BCDD-AB69CCD13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E1C101-7A6D-B05C-6490-08EC6B155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BFD3D-56FE-D385-E439-F10AD3A58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B43BA7-764D-18F7-3A24-4F8E1158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532923-EB80-BC35-8A44-690E450B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DD4DEB-BFF7-E987-BE72-7E4A13F5F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84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994A0-1AFB-D049-002F-4F8576F50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33A8C2-28A8-325F-FF1B-67659388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987D6-9A64-EA90-CBD9-C9071EAB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EAD2-1A5B-EE78-B001-4F5B8413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946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8DBE6F-80B4-59BC-3467-45930964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F8CB8B-3260-7B29-CEB2-31D2988AC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E8243D-864A-968B-D256-64172F944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995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E8811-1DDE-F651-AB31-7DC94C9B2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95E1B-99B7-AC3C-81AD-A91877480E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0032A-8B5D-9350-56F0-4DB80F1FF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F5FA9E-652A-B380-6E1E-FEE904710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E0727-2AA9-888A-6AD9-8954E00C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64F93-FF99-9655-D190-CF3F66E11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28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34844-05CE-01BD-C3CD-5E123CC2C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7D090-1B52-017D-8FA6-30E0F8457A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AB9A9E-53EE-F35C-4332-D1C73E2E8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D3DB0-114D-3107-FCDE-9A99E812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CD699-C332-9B14-89BF-F90AD7A37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4B651-3B88-10F3-DCFB-7F8C108F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43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F78F-DDFA-B9E4-696C-59FBBEA5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D221B-4B08-9783-D585-AEA03C37F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8BB8B-DC71-4821-DDAB-94393F49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1D6B1-0FA2-6CB8-2254-9B923B485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04031-C104-F6E1-6CF5-EB73679B7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AE2788-3992-6D76-6534-FB65B1129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C828A5-1494-816F-7D5A-5E5518DCE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D16EA-BDF1-6C95-588A-EC42FC0A7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D72E5-FB1F-16EB-BCE3-7E5E3D76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EFAE3-138A-6207-5091-0CA6C5EE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66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72DB74-D322-6189-F2BB-7BA431D1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F2046-728B-8B27-B658-CE2D19A0C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47A-279F-87E1-C6EA-45E7EDF375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84D26-4C8F-4DC0-8A55-BD6258B78FD0}" type="datetimeFigureOut">
              <a:rPr lang="en-IN" smtClean="0"/>
              <a:t>28-02-2026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5422-614F-5243-50EE-8CC3BCF87E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C8BED-CC63-0A4F-C85F-59362ECE8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AFA20-12D9-4ED9-B069-BF557D1462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55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B06-CFD2-5D03-EE87-E518A2205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1672717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eBus Simulation Report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745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CC470-164C-E191-3D0C-E407C0843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751CB-CC52-A3ED-EAE2-A8DA7D37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F5FD54-04C5-6CB2-C649-63BA0F2F80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31234"/>
              </p:ext>
            </p:extLst>
          </p:nvPr>
        </p:nvGraphicFramePr>
        <p:xfrm>
          <a:off x="485647" y="1555721"/>
          <a:ext cx="4966886" cy="28469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3443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483443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</a:tblGrid>
              <a:tr h="47449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Mass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veh_weight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Aero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  <a:r>
                        <a:rPr lang="en-US" dirty="0" err="1"/>
                        <a:t>aero_drag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Rolling Resistance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aero_drag_abc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r>
                        <a:rPr lang="en-US" dirty="0"/>
                        <a:t>Vehicle Config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*</a:t>
                      </a:r>
                      <a:r>
                        <a:rPr lang="en-IN" dirty="0" err="1"/>
                        <a:t>veh_config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474491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238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C5DE4-2C96-E67E-D574-C9EE7826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4D-90F5-E185-5A6C-678C2F506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43C992-D863-FD19-6F89-08AC9EB48B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262843"/>
              </p:ext>
            </p:extLst>
          </p:nvPr>
        </p:nvGraphicFramePr>
        <p:xfrm>
          <a:off x="504952" y="1515194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40319238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66508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067480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3223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67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590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135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70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5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403263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47C8C7-B049-9BE8-C81C-53C393C60352}"/>
              </a:ext>
            </a:extLst>
          </p:cNvPr>
          <p:cNvSpPr/>
          <p:nvPr/>
        </p:nvSpPr>
        <p:spPr>
          <a:xfrm>
            <a:off x="713232" y="4937760"/>
            <a:ext cx="2487168" cy="3017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 of Vehicle</a:t>
            </a: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72A725-F0A2-BEA9-27C1-69C2EA3AD17B}"/>
              </a:ext>
            </a:extLst>
          </p:cNvPr>
          <p:cNvSpPr/>
          <p:nvPr/>
        </p:nvSpPr>
        <p:spPr>
          <a:xfrm>
            <a:off x="3493008" y="4937760"/>
            <a:ext cx="2487168" cy="30175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veh_config</a:t>
            </a:r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A5C5FCD-08E0-EF37-271A-9D9D1C84FEBA}"/>
              </a:ext>
            </a:extLst>
          </p:cNvPr>
          <p:cNvSpPr/>
          <p:nvPr/>
        </p:nvSpPr>
        <p:spPr>
          <a:xfrm>
            <a:off x="4599432" y="5880735"/>
            <a:ext cx="2487168" cy="301752"/>
          </a:xfrm>
          <a:prstGeom prst="round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Battery Energy</a:t>
            </a:r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5CFC771-BC19-20AE-CA85-1FD76958818A}"/>
              </a:ext>
            </a:extLst>
          </p:cNvPr>
          <p:cNvSpPr/>
          <p:nvPr/>
        </p:nvSpPr>
        <p:spPr>
          <a:xfrm>
            <a:off x="7379208" y="5880735"/>
            <a:ext cx="2487168" cy="30175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*</a:t>
            </a:r>
            <a:r>
              <a:rPr lang="en-IN" dirty="0" err="1"/>
              <a:t>batt_en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01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24FDD-679C-7B56-867B-E9ECFCA5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D4C59-1C2C-FF66-05A4-35E101B0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334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8ED51-861B-17F1-68CE-1404C0213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B648-E6D5-436E-6206-90A626257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484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2AC26-1FAF-F756-01D6-70005A97F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63141-9451-2101-E6AC-8E7EF69DB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71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AECF2-8078-AD0F-3034-A654955E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**Figure[1][2]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5796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B3CA9-D036-DF8A-E9B5-965732A4D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93CE5-2E6A-D64B-5AE0-B99AA9A3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8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3FAFE-8F16-582F-45D9-3CC585B0B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8B910-0165-637A-8A99-C462703C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629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56C54-163E-7891-0740-7F5178702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FA39-B54C-A57A-E0F5-A78DFD020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848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447EE-46E6-7438-2253-5486A6C3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DDB5-EBC4-017F-4B24-1B6A43AC0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282829"/>
            <a:ext cx="10515600" cy="421259"/>
          </a:xfrm>
        </p:spPr>
        <p:txBody>
          <a:bodyPr>
            <a:normAutofit fontScale="9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12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eBus Simulation Report</vt:lpstr>
      <vt:lpstr>Configuration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Karuna Mudliyar</dc:creator>
  <cp:lastModifiedBy>Karuna Mudliyar</cp:lastModifiedBy>
  <cp:revision>5</cp:revision>
  <dcterms:created xsi:type="dcterms:W3CDTF">2026-02-27T15:59:44Z</dcterms:created>
  <dcterms:modified xsi:type="dcterms:W3CDTF">2026-02-28T08:38:17Z</dcterms:modified>
</cp:coreProperties>
</file>