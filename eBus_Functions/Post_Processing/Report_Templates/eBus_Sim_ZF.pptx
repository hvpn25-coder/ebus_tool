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80880"/>
              </p:ext>
            </p:extLst>
          </p:nvPr>
        </p:nvGraphicFramePr>
        <p:xfrm>
          <a:off x="485647" y="1555721"/>
          <a:ext cx="5048716" cy="301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27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Regeneration Percentage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regen_ratio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 err="1"/>
                        <a:t>eMot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Electricla</a:t>
                      </a:r>
                      <a:r>
                        <a:rPr lang="en-US" dirty="0"/>
                        <a:t> Energy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eMot_elec_en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Emotor</a:t>
            </a:r>
            <a:r>
              <a:rPr lang="en-US" dirty="0"/>
              <a:t> Loss </a:t>
            </a:r>
            <a:r>
              <a:rPr lang="en-US" dirty="0" err="1"/>
              <a:t>Eneryg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  <a:r>
              <a:rPr lang="en-IN" dirty="0" err="1"/>
              <a:t>emot_loss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ED51-861B-17F1-68CE-1404C021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B648-E6D5-436E-6206-90A62625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48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AC26-1FAF-F756-01D6-70005A9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3141-9451-2101-E6AC-8E7EF69D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ECF2-8078-AD0F-3034-A654955E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**Figure[1][2]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79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FDD-679C-7B56-867B-E9ECFCA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4C59-1C2C-FF66-05A4-35E101B0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33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3CA9-D036-DF8A-E9B5-965732A4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3CE5-2E6A-D64B-5AE0-B99AA9A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FAFE-8F16-582F-45D9-3CC585B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B910-0165-637A-8A99-C462703C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2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6C54-163E-7891-0740-7F517870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FA39-B54C-A57A-E0F5-A78DFD02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4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47EE-46E6-7438-2253-5486A6C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DB5-EBC4-017F-4B24-1B6A43AC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4</cp:revision>
  <dcterms:created xsi:type="dcterms:W3CDTF">2026-02-27T15:59:44Z</dcterms:created>
  <dcterms:modified xsi:type="dcterms:W3CDTF">2026-02-28T08:38:10Z</dcterms:modified>
</cp:coreProperties>
</file>